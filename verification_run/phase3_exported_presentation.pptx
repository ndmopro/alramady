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Financial Metrics</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Revenue</c:v>
                  </c:pt>
                  <c:pt idx="1">
                    <c:v>Profit</c:v>
                  </c:pt>
                  <c:pt idx="2">
                    <c:v>Sales Contribution</c:v>
                  </c:pt>
                </c:lvl>
              </c:multiLvlStrCache>
            </c:multiLvlStrRef>
          </c:cat>
          <c:val>
            <c:numRef>
              <c:f>Sheet1!$B$2:$B$4</c:f>
              <c:numCache>
                <c:formatCode>General</c:formatCode>
                <c:ptCount val="3"/>
                <c:pt idx="0">
                  <c:v>1250000</c:v>
                </c:pt>
                <c:pt idx="1">
                  <c:v>350000</c:v>
                </c:pt>
                <c:pt idx="2">
                  <c:v>500000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overview of the key financial metrics for the period. The total revenue stands at 1,250,000, and the profit is recorded at 350,000. Notably, the Sales department has significantly contributed 500,000 to these figures, highlighting its critical role in the financial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274320"/>
            <a:ext cx="8229600" cy="914400"/>
          </a:xfrm>
          <a:prstGeom prst="rect">
            <a:avLst/>
          </a:prstGeom>
          <a:noFill/>
          <a:ln/>
        </p:spPr>
        <p:txBody>
          <a:bodyPr wrap="square" rtlCol="0" anchor="t"/>
          <a:lstStyle/>
          <a:p>
            <a:pPr algn="l" indent="0" marL="0">
              <a:buNone/>
            </a:pPr>
            <a:r>
              <a:rPr lang="en-US" sz="3600" b="1" dirty="0">
                <a:solidFill>
                  <a:srgbClr val="1E90FF"/>
                </a:solidFill>
                <a:latin typeface="Arial" pitchFamily="34" charset="0"/>
                <a:ea typeface="Arial" pitchFamily="34" charset="-122"/>
                <a:cs typeface="Arial" pitchFamily="34" charset="-120"/>
              </a:rPr>
              <a:t>Overview of Financial Metrics</a:t>
            </a:r>
            <a:endParaRPr lang="en-US" sz="3600" dirty="0"/>
          </a:p>
        </p:txBody>
      </p:sp>
      <p:sp>
        <p:nvSpPr>
          <p:cNvPr id="4" name="Text 1"/>
          <p:cNvSpPr/>
          <p:nvPr/>
        </p:nvSpPr>
        <p:spPr>
          <a:xfrm>
            <a:off x="457200" y="1371600"/>
            <a:ext cx="8229600" cy="4572000"/>
          </a:xfrm>
          <a:prstGeom prst="rect">
            <a:avLst/>
          </a:prstGeom>
          <a:noFill/>
          <a:ln/>
        </p:spPr>
        <p:txBody>
          <a:bodyPr wrap="square" rtlCol="0" anchor="t"/>
          <a:lstStyle/>
          <a:p>
            <a:pPr algn="l" indent="0" marL="0">
              <a:spcAft>
                <a:spcPts val="600"/>
              </a:spcAft>
              <a:buNone/>
            </a:pPr>
            <a:r>
              <a:rPr lang="en-US" sz="1800" dirty="0">
                <a:solidFill>
                  <a:srgbClr val="333333"/>
                </a:solidFill>
                <a:latin typeface="Arial" pitchFamily="34" charset="0"/>
                <a:ea typeface="Arial" pitchFamily="34" charset="-122"/>
                <a:cs typeface="Arial" pitchFamily="34" charset="-120"/>
              </a:rPr>
              <a:t>- Revenue: 1,250,000</a:t>
            </a:r>
            <a:endParaRPr lang="en-US" sz="1800" dirty="0"/>
          </a:p>
          <a:p>
            <a:pPr algn="l" indent="0" marL="0">
              <a:spcAft>
                <a:spcPts val="600"/>
              </a:spcAft>
              <a:buNone/>
            </a:pPr>
            <a:r>
              <a:rPr lang="en-US" sz="1800" dirty="0">
                <a:solidFill>
                  <a:srgbClr val="333333"/>
                </a:solidFill>
                <a:latin typeface="Arial" pitchFamily="34" charset="0"/>
                <a:ea typeface="Arial" pitchFamily="34" charset="-122"/>
                <a:cs typeface="Arial" pitchFamily="34" charset="-120"/>
              </a:rPr>
              <a:t>- Profit: 350,000</a:t>
            </a:r>
            <a:endParaRPr lang="en-US" sz="1800" dirty="0"/>
          </a:p>
          <a:p>
            <a:pPr algn="l" indent="0" marL="0">
              <a:spcAft>
                <a:spcPts val="600"/>
              </a:spcAft>
              <a:buNone/>
            </a:pPr>
            <a:r>
              <a:rPr lang="en-US" sz="1800" dirty="0">
                <a:solidFill>
                  <a:srgbClr val="333333"/>
                </a:solidFill>
                <a:latin typeface="Arial" pitchFamily="34" charset="0"/>
                <a:ea typeface="Arial" pitchFamily="34" charset="-122"/>
                <a:cs typeface="Arial" pitchFamily="34" charset="-120"/>
              </a:rPr>
              <a:t>- Sales Department Contribution: 500,000</a:t>
            </a:r>
            <a:endParaRPr lang="en-US" sz="1800" dirty="0"/>
          </a:p>
        </p:txBody>
      </p:sp>
      <p:graphicFrame>
        <p:nvGraphicFramePr>
          <p:cNvPr id="5" name="Chart 0" descr=""/>
          <p:cNvGraphicFramePr/>
          <p:nvPr/>
        </p:nvGraphicFramePr>
        <p:xfrm>
          <a:off x="457200" y="1828800"/>
          <a:ext cx="7315200"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RASID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Snapshot Analysis</dc:title>
  <dc:subject>Generated presentation: Sales Snapshot Analysis</dc:subject>
  <dc:creator>RASID Presentation Service</dc:creator>
  <cp:lastModifiedBy>RASID Presentation Service</cp:lastModifiedBy>
  <cp:revision>1</cp:revision>
  <dcterms:created xsi:type="dcterms:W3CDTF">2026-03-09T12:53:49Z</dcterms:created>
  <dcterms:modified xsi:type="dcterms:W3CDTF">2026-03-09T12:53:49Z</dcterms:modified>
</cp:coreProperties>
</file>